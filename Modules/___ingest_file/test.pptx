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E392A5-0D60-43E6-A983-D0856E489F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-5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-41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135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64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99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239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169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275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052000" y="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45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096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414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450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79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52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842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20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606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90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930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22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632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30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334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de59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010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414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712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738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36000" y="1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88000" y="5587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de59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" name=""/>
          <p:cNvGrpSpPr/>
          <p:nvPr/>
        </p:nvGrpSpPr>
        <p:grpSpPr>
          <a:xfrm>
            <a:off x="-360000" y="4914000"/>
            <a:ext cx="10854000" cy="1242000"/>
            <a:chOff x="-360000" y="4914000"/>
            <a:chExt cx="10854000" cy="1242000"/>
          </a:xfrm>
        </p:grpSpPr>
        <p:sp>
          <p:nvSpPr>
            <p:cNvPr id="31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 flipH="1">
              <a:off x="732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000" rIns="99000" tIns="54000" bIns="54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360" y="1915200"/>
            <a:ext cx="9071640" cy="12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3402000"/>
            <a:ext cx="907164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4990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-41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9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39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69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096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50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79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20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606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90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30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010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414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712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88000" y="-520920"/>
            <a:ext cx="702000" cy="702000"/>
          </a:xfrm>
          <a:custGeom>
            <a:avLst/>
            <a:gdLst>
              <a:gd name="textAreaLeft" fmla="*/ 0 w 702000"/>
              <a:gd name="textAreaRight" fmla="*/ 702360 w 702000"/>
              <a:gd name="textAreaTop" fmla="*/ 0 h 702000"/>
              <a:gd name="textAreaBottom" fmla="*/ 702360 h 702000"/>
            </a:gdLst>
            <a:ahLst/>
            <a:rect l="textAreaLeft" t="textAreaTop" r="textAreaRight" b="textAreaBottom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fff5ce"/>
          </a:solidFill>
          <a:ln w="36000">
            <a:solidFill>
              <a:srgbClr val="ffde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"/>
          <p:cNvGrpSpPr/>
          <p:nvPr/>
        </p:nvGrpSpPr>
        <p:grpSpPr>
          <a:xfrm>
            <a:off x="-360000" y="4896000"/>
            <a:ext cx="10854000" cy="1260000"/>
            <a:chOff x="-360000" y="4896000"/>
            <a:chExt cx="10854000" cy="1260000"/>
          </a:xfrm>
        </p:grpSpPr>
        <p:sp>
          <p:nvSpPr>
            <p:cNvPr id="83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 flipH="1">
              <a:off x="7326000" y="4896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</a:gdLst>
              <a:ahLst/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cap="rnd"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1"/>
          </p:nvPr>
        </p:nvSpPr>
        <p:spPr>
          <a:xfrm>
            <a:off x="342000" y="4914360"/>
            <a:ext cx="24012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ftr" idx="2"/>
          </p:nvPr>
        </p:nvSpPr>
        <p:spPr>
          <a:xfrm>
            <a:off x="2744640" y="4914000"/>
            <a:ext cx="4581000" cy="70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sldNum" idx="3"/>
          </p:nvPr>
        </p:nvSpPr>
        <p:spPr>
          <a:xfrm>
            <a:off x="8494200" y="4914000"/>
            <a:ext cx="11430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fld id="{82788F82-92C4-4879-82F0-563B58FF0227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40000" y="19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This is a test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540000" y="342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2026-05-23T18:03:36Z</dcterms:created>
  <dc:creator/>
  <dc:description/>
  <dc:language>en-US</dc:language>
  <cp:lastModifiedBy/>
  <dcterms:modified xsi:type="dcterms:W3CDTF">2026-05-23T18:04:04Z</dcterms:modified>
  <cp:revision>2</cp:revision>
  <dc:subject/>
  <dc:title>Beehive</dc:title>
</cp:coreProperties>
</file>